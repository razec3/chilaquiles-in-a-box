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88D1E-B2DD-4418-B11B-FB4E975ED955}" type="datetimeFigureOut">
              <a:rPr lang="en-US" smtClean="0"/>
              <a:t>23-Aug-26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99BD8-8E65-4021-B1FA-506DB70A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09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99BD8-8E65-4021-B1FA-506DB70AE0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1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99BD8-8E65-4021-B1FA-506DB70AE0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16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1ADD9-C480-6B6F-6CD9-B012FD41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70EB1-9FBA-7D30-A3E5-3DCFD1EF6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B9583-74CC-8DC3-151C-39B052D4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52B-BF6D-4EDA-A25C-96F04FE155D2}" type="datetime1">
              <a:rPr lang="en-US" smtClean="0"/>
              <a:t>23-Aug-26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CC794-AF40-4D0E-BB24-47894A03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7314-7B06-E9F5-A536-59DD3046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9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2C673-3404-105D-E935-8450C85F3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5C2B7-421C-878E-C870-D5B758CF7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F4EFC-AFCD-FE3A-3647-2374B001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E38F-4365-49A3-A981-146B41CA5054}" type="datetime1">
              <a:rPr lang="en-US" smtClean="0"/>
              <a:t>23-Aug-26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1985B-5050-FEFD-04C2-DADE0C1E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4A9B9-6249-B577-9CF1-F0E1D670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59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50140-7690-8340-F7BD-052B3D55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EAA77-6E24-1BC2-26F3-A5DF6026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C595E-7340-A0A6-2FD5-DEF28F48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40DA-11FF-4823-AD5D-27B109B35399}" type="datetime1">
              <a:rPr lang="en-US" smtClean="0"/>
              <a:t>23-Aug-26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50A2-2943-9FB2-E034-D856301F9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92058-71A3-3776-0353-22E299B7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6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2603-367D-BB1F-E89C-C1293E295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CA018-074F-7EAB-74AF-9FCEABB4E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F1E41-868C-2DBD-6331-837645FAB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8F7B2-C1B9-52B1-1725-E368E1FFF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2813B-84BB-46C6-BE74-DC9D08E84A36}" type="datetime1">
              <a:rPr lang="en-US" smtClean="0"/>
              <a:t>23-Aug-26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A4CE-9878-6866-7E24-B34ACAE21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9CD8B-C791-800E-5689-7A7379556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35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C2285-B6FF-C449-4737-26ECA5C6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A6C34-0587-AD19-EDE3-15991200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7C1F1-7813-B298-AC72-C40DAC15E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D04A72-A87F-BFEC-B7A8-D04D892D6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14ACE4-B32D-9D8B-E5F6-08F6A638F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422F8A-1A57-A2A5-B809-D40618154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8E04-C56A-4F5B-8C42-C844F3CE512E}" type="datetime1">
              <a:rPr lang="en-US" smtClean="0"/>
              <a:t>23-Aug-26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05280-9BB4-980F-E054-7665E64F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A03249-2E3B-D82D-7BFF-432BC4A0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62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77E8-BE48-3066-393E-CC365F41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52FA5-02AB-6B2B-9F77-639A71209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052E-8221-459A-909D-1004B4A072E0}" type="datetime1">
              <a:rPr lang="en-US" smtClean="0"/>
              <a:t>23-Aug-26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95970-5B4B-7655-2A9F-BB34EF3A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D591A-FEAE-597F-455F-3A61BD2E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94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2BAEAF-FE3E-E90C-64EE-E7536D54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ABA0-9BA7-4FBB-B840-2924D09A36BF}" type="datetime1">
              <a:rPr lang="en-US" smtClean="0"/>
              <a:t>23-Aug-26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D3932E-15EB-D8E4-46B5-0833A96D7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DEE05-7125-8384-C719-0104F39D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2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EEA3-1021-B9D3-0153-1F56EE4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A25C6-4C95-0DA8-7619-BAFE7495D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03E50-C4EC-4815-1204-822D76F03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C6D23-DEAA-9C3E-D9EE-8C8AF54A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D22-2DC0-4BAE-9E88-A1254D4B5FD8}" type="datetime1">
              <a:rPr lang="en-US" smtClean="0"/>
              <a:t>23-Aug-26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49000-1DB7-ADBB-7155-2BDA14BD4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AA7A2-D1ED-48A0-F09A-5646DB32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0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5CB7-8CC9-CAA2-16AD-8E5C08EE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70A553-FBD6-090B-8DF3-C20DF99C4E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030CC-C9D8-047C-C5FF-CF2CB3751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AB6C1-1F40-EDD8-5B3D-0641CED6A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D13D1-A5F4-46B4-8545-BF01B86AAB8A}" type="datetime1">
              <a:rPr lang="en-US" smtClean="0"/>
              <a:t>23-Aug-26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C12BE-2AF1-7809-B97F-8A898A722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583E4-0241-622C-B0A5-68A9512B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1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FC69-048A-B7B7-B8F7-E5349F84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BE67BD-34B5-E8DF-2690-B7C5B358E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FF57-84A0-5048-B0ED-FC280B0A4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7D0C-A91E-4733-B647-F6182561D142}" type="datetime1">
              <a:rPr lang="en-US" smtClean="0"/>
              <a:t>23-Aug-26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EE23B-13F8-ED5C-B314-4167885A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04138-D71F-A5D8-4F5F-8F4DEAB0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2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D4E6F9-1CD5-F216-B9AF-EFC86D93B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E3810-331E-6F6F-24C3-F6929CB0E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1DB8B-986F-1D5F-9FC6-1B8523BB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972D-17D9-429D-9849-23ADBB496ACF}" type="datetime1">
              <a:rPr lang="en-US" smtClean="0"/>
              <a:t>23-Aug-26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2874A-15C3-A5FB-931E-CAD3465A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FACD9-49E6-F088-EF0F-9A3C84FB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6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9B19E8-5D39-365A-4584-1E8F5BFEC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30192-F36A-5BE3-F9FD-01E628008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7E8E4-C01D-183A-D9F0-D5D99F2AAD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FE342-78FF-4ACD-9135-0BB6664FB0CA}" type="datetime1">
              <a:rPr lang="en-US" smtClean="0"/>
              <a:t>23-Aug-26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88028-97D1-2147-0EA0-87B6E0901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23.08.2026 Eduard Anderegg, Rodrigo Arca Zimmermann (Team Chilaquiles)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6B99B-57EF-67B6-935F-12633C85D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351BE-60D6-4A61-AE87-15E254290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2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EdiAnderegg" TargetMode="External"/><Relationship Id="rId5" Type="http://schemas.openxmlformats.org/officeDocument/2006/relationships/hyperlink" Target="https://github.com/razec3/chilaquiles-in-a-box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F26B-3E95-11E1-7D6C-AFE9112F6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963807" cy="2387600"/>
          </a:xfrm>
        </p:spPr>
        <p:txBody>
          <a:bodyPr>
            <a:normAutofit/>
          </a:bodyPr>
          <a:lstStyle/>
          <a:p>
            <a:pPr algn="l"/>
            <a:r>
              <a:rPr lang="de-CH" sz="4800" dirty="0"/>
              <a:t>Event in a Box - Transgourmet </a:t>
            </a:r>
            <a:r>
              <a:rPr lang="de-CH" sz="4800" dirty="0" err="1"/>
              <a:t>Prodega</a:t>
            </a:r>
            <a:br>
              <a:rPr lang="de-CH" sz="4800" dirty="0"/>
            </a:br>
            <a:r>
              <a:rPr lang="de-CH" sz="4800" dirty="0" err="1"/>
              <a:t>BärnHäckt</a:t>
            </a:r>
            <a:r>
              <a:rPr lang="de-CH" sz="4800" dirty="0"/>
              <a:t> 2026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4A091-247D-190C-EADE-80800FBF6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endParaRPr lang="de-CH" b="1" dirty="0"/>
          </a:p>
          <a:p>
            <a:pPr algn="l"/>
            <a:r>
              <a:rPr lang="de-CH" b="1" dirty="0"/>
              <a:t>Team </a:t>
            </a:r>
            <a:r>
              <a:rPr lang="de-CH" b="1" dirty="0" err="1"/>
              <a:t>Chilaquiles</a:t>
            </a:r>
            <a:endParaRPr lang="de-CH" b="1" dirty="0"/>
          </a:p>
          <a:p>
            <a:pPr algn="l"/>
            <a:r>
              <a:rPr lang="de-CH" dirty="0"/>
              <a:t>Eduard Anderegg</a:t>
            </a:r>
          </a:p>
          <a:p>
            <a:pPr algn="l"/>
            <a:r>
              <a:rPr lang="de-CH" dirty="0"/>
              <a:t>Rodrigo Arca Zimmermann</a:t>
            </a:r>
            <a:endParaRPr lang="en-US" dirty="0"/>
          </a:p>
        </p:txBody>
      </p:sp>
      <p:pic>
        <p:nvPicPr>
          <p:cNvPr id="4" name="Bild 3">
            <a:extLst>
              <a:ext uri="{FF2B5EF4-FFF2-40B4-BE49-F238E27FC236}">
                <a16:creationId xmlns:a16="http://schemas.microsoft.com/office/drawing/2014/main" id="{668C2196-ED93-7FB9-3DAD-672B0E8E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644" y="4603173"/>
            <a:ext cx="4455823" cy="177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13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C7107-CD23-4336-9EEA-DA193D95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7037" y="6408305"/>
            <a:ext cx="5631873" cy="365125"/>
          </a:xfrm>
        </p:spPr>
        <p:txBody>
          <a:bodyPr/>
          <a:lstStyle/>
          <a:p>
            <a:pPr algn="l"/>
            <a:r>
              <a:rPr lang="en-US" dirty="0"/>
              <a:t>23.08.2026 - Eduard Anderegg, Rodrigo Arca Zimmermann (Team Chilaquiles)</a:t>
            </a:r>
          </a:p>
        </p:txBody>
      </p:sp>
      <p:pic>
        <p:nvPicPr>
          <p:cNvPr id="6" name="Bild 3">
            <a:extLst>
              <a:ext uri="{FF2B5EF4-FFF2-40B4-BE49-F238E27FC236}">
                <a16:creationId xmlns:a16="http://schemas.microsoft.com/office/drawing/2014/main" id="{C3058CA1-A826-ECC1-29D9-60602B45B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62" y="6164824"/>
            <a:ext cx="1530075" cy="6086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931C1D-1E67-4B51-2DFB-12026B1FB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884" y="889876"/>
            <a:ext cx="5631872" cy="4223904"/>
          </a:xfrm>
          <a:prstGeom prst="rect">
            <a:avLst/>
          </a:prstGeom>
        </p:spPr>
      </p:pic>
      <p:pic>
        <p:nvPicPr>
          <p:cNvPr id="7" name="Picture 6" descr="Microsoft Excel complex formula to format specific cells - Microsoft Q&amp;A">
            <a:extLst>
              <a:ext uri="{FF2B5EF4-FFF2-40B4-BE49-F238E27FC236}">
                <a16:creationId xmlns:a16="http://schemas.microsoft.com/office/drawing/2014/main" id="{A8943CAF-0DE7-B929-67C4-39605558D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549465">
            <a:off x="-434055" y="-345377"/>
            <a:ext cx="5122345" cy="3896784"/>
          </a:xfrm>
          <a:prstGeom prst="rect">
            <a:avLst/>
          </a:prstGeom>
        </p:spPr>
      </p:pic>
      <p:pic>
        <p:nvPicPr>
          <p:cNvPr id="13" name="Picture 12" descr="Rezeptbuch">
            <a:extLst>
              <a:ext uri="{FF2B5EF4-FFF2-40B4-BE49-F238E27FC236}">
                <a16:creationId xmlns:a16="http://schemas.microsoft.com/office/drawing/2014/main" id="{B7BD93B0-9ED0-F1A6-DA2B-4A793D0C88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394742">
            <a:off x="8075163" y="76445"/>
            <a:ext cx="3908069" cy="2690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A0A2E7-F485-E8F1-325B-715D75244B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8146" y="3699641"/>
            <a:ext cx="4749564" cy="2215248"/>
          </a:xfrm>
          <a:prstGeom prst="rect">
            <a:avLst/>
          </a:prstGeom>
        </p:spPr>
      </p:pic>
      <p:pic>
        <p:nvPicPr>
          <p:cNvPr id="12" name="Picture 11" descr="How to stop stressing over money so it doesn't hurt your health">
            <a:extLst>
              <a:ext uri="{FF2B5EF4-FFF2-40B4-BE49-F238E27FC236}">
                <a16:creationId xmlns:a16="http://schemas.microsoft.com/office/drawing/2014/main" id="{9E20B2AD-A86E-4789-C2C2-7BD31473C1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130381">
            <a:off x="1211186" y="4070914"/>
            <a:ext cx="2861892" cy="190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76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6359223-1383-E82E-C726-8B2BA29A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7037" y="6408305"/>
            <a:ext cx="5631873" cy="365125"/>
          </a:xfrm>
        </p:spPr>
        <p:txBody>
          <a:bodyPr/>
          <a:lstStyle/>
          <a:p>
            <a:pPr algn="l"/>
            <a:r>
              <a:rPr lang="en-US" dirty="0"/>
              <a:t>23.08.2026 - Eduard Anderegg, Rodrigo Arca Zimmermann (Team Chilaquiles)</a:t>
            </a:r>
          </a:p>
        </p:txBody>
      </p:sp>
      <p:pic>
        <p:nvPicPr>
          <p:cNvPr id="6" name="Bild 3">
            <a:extLst>
              <a:ext uri="{FF2B5EF4-FFF2-40B4-BE49-F238E27FC236}">
                <a16:creationId xmlns:a16="http://schemas.microsoft.com/office/drawing/2014/main" id="{A844EB69-4552-9CE0-7BF1-5B78B6B9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62" y="6164824"/>
            <a:ext cx="1530075" cy="608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CAB8EE-2F29-4DC8-F271-DA238361E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05" y="1103585"/>
            <a:ext cx="4970935" cy="39781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3F3B73-0716-9E88-10FF-13C3CBCC7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327" y="711317"/>
            <a:ext cx="3482039" cy="519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85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971EA1E-0136-FC2F-B51A-EC8D37CF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7037" y="6408305"/>
            <a:ext cx="5631873" cy="365125"/>
          </a:xfrm>
        </p:spPr>
        <p:txBody>
          <a:bodyPr/>
          <a:lstStyle/>
          <a:p>
            <a:pPr algn="l"/>
            <a:r>
              <a:rPr lang="en-US" dirty="0"/>
              <a:t>23.08.2026 - Eduard Anderegg, Rodrigo Arca Zimmermann (Team Chilaquiles)</a:t>
            </a:r>
          </a:p>
        </p:txBody>
      </p:sp>
      <p:pic>
        <p:nvPicPr>
          <p:cNvPr id="6" name="Bild 3">
            <a:extLst>
              <a:ext uri="{FF2B5EF4-FFF2-40B4-BE49-F238E27FC236}">
                <a16:creationId xmlns:a16="http://schemas.microsoft.com/office/drawing/2014/main" id="{8DDC71E9-5056-141B-62F4-8BF43C312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62" y="6164824"/>
            <a:ext cx="1530075" cy="608606"/>
          </a:xfrm>
          <a:prstGeom prst="rect">
            <a:avLst/>
          </a:prstGeom>
        </p:spPr>
      </p:pic>
      <p:pic>
        <p:nvPicPr>
          <p:cNvPr id="9" name="Picture 8" descr="QR Code Image">
            <a:extLst>
              <a:ext uri="{FF2B5EF4-FFF2-40B4-BE49-F238E27FC236}">
                <a16:creationId xmlns:a16="http://schemas.microsoft.com/office/drawing/2014/main" id="{EE60FC71-39BA-3DB9-EDBC-77EEFA939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23" y="1216243"/>
            <a:ext cx="3752849" cy="37528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388C4F-CBB2-0366-6A9B-B8D91D94080D}"/>
              </a:ext>
            </a:extLst>
          </p:cNvPr>
          <p:cNvSpPr txBox="1"/>
          <p:nvPr/>
        </p:nvSpPr>
        <p:spPr>
          <a:xfrm>
            <a:off x="7013923" y="4960939"/>
            <a:ext cx="3752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razec3/chilaquiles-in-a-box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B0A9AA0-0808-B332-26FE-EE46CED89421}"/>
              </a:ext>
            </a:extLst>
          </p:cNvPr>
          <p:cNvSpPr txBox="1">
            <a:spLocks/>
          </p:cNvSpPr>
          <p:nvPr/>
        </p:nvSpPr>
        <p:spPr>
          <a:xfrm>
            <a:off x="807027" y="983528"/>
            <a:ext cx="9144000" cy="361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b="1" dirty="0"/>
          </a:p>
          <a:p>
            <a:pPr marL="0" indent="0">
              <a:buNone/>
            </a:pPr>
            <a:r>
              <a:rPr lang="de-CH" dirty="0"/>
              <a:t>Eduard Anderegg</a:t>
            </a:r>
            <a:br>
              <a:rPr lang="de-CH" dirty="0"/>
            </a:br>
            <a:r>
              <a:rPr lang="de-CH" dirty="0">
                <a:hlinkClick r:id="rId6"/>
              </a:rPr>
              <a:t>@EdiAnderegg</a:t>
            </a: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dirty="0"/>
              <a:t>Rodrigo Arca Zimmermann</a:t>
            </a:r>
          </a:p>
          <a:p>
            <a:pPr marL="0" indent="0">
              <a:buNone/>
            </a:pPr>
            <a:r>
              <a:rPr lang="en-US" dirty="0">
                <a:hlinkClick r:id="rId5"/>
              </a:rPr>
              <a:t>@razec3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8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Widescreen</PresentationFormat>
  <Paragraphs>16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Event in a Box - Transgourmet Prodega BärnHäckt 2026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Arca Zimmermann</dc:creator>
  <cp:lastModifiedBy>Rodrigo Arca Zimmermann</cp:lastModifiedBy>
  <cp:revision>1</cp:revision>
  <dcterms:created xsi:type="dcterms:W3CDTF">2026-08-23T09:06:53Z</dcterms:created>
  <dcterms:modified xsi:type="dcterms:W3CDTF">2026-08-23T09:44:27Z</dcterms:modified>
</cp:coreProperties>
</file>